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58" r:id="rId4"/>
    <p:sldId id="285" r:id="rId36"/>
    <p:sldId id="259" r:id="rId5"/>
    <p:sldId id="260" r:id="rId6"/>
    <p:sldId id="261" r:id="rId7"/>
    <p:sldId id="262" r:id="rId8"/>
    <p:sldId id="263" r:id="rId9"/>
    <p:sldId id="264" r:id="rId10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0.xml"/><Relationship Id="rId5" Type="http://schemas.openxmlformats.org/officeDocument/2006/relationships/slide" Target="slides/slide22.xml"/><Relationship Id="rId6" Type="http://schemas.openxmlformats.org/officeDocument/2006/relationships/slide" Target="slides/slide23.xml"/><Relationship Id="rId7" Type="http://schemas.openxmlformats.org/officeDocument/2006/relationships/slide" Target="slides/slide24.xml"/><Relationship Id="rId8" Type="http://schemas.openxmlformats.org/officeDocument/2006/relationships/slide" Target="slides/slide25.xml"/><Relationship Id="rId9" Type="http://schemas.openxmlformats.org/officeDocument/2006/relationships/slide" Target="slides/slide26.xml"/><Relationship Id="rId10" Type="http://schemas.openxmlformats.org/officeDocument/2006/relationships/slide" Target="slides/slide27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18 teaches the single most important habit in AI-assisted coding: do not trust green tests until you know they can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back to the Day 17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PreToolUse runs before the tool. Exit 2 blocks and sends the message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specification the learners paste. Two rules, plus an active-day file. Limits to tell them: the hook matches only Edit and Write, so a Bash redirect can bypass it; to fix an older day's agent, change active-day.txt first. On Day 19 they only change active-day.txt to the Day 19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Restart Claude Code after the hook is registered. hw = homework (H5, H6, H7).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reviewer can read and search. It has no way to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Homework. Run these after the Agent 2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and fluent is not the same as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1's output becomes the story. Agent 3 reviews Agent 2's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specification learners give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write this code. You do need to know the rules to judge the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learners can spot a wrong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compare the plan with this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5, 6 and 7 are where learners earn their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CLAUDE-CODE-PROMPTS.md.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learners reject any plan that runs generated code in-process.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differs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record Pass or Fail and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Centerpiece of the day. Ask which side they would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test of the day. Mutation testing in miniature.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break-it prompts. Each must end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output from the langchain and eval searches is the good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rule as Day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Pairs. Introduce items get the short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Agent 2: Design to Code to Test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a development assistant. Your job: decide whether AI-written code and tests can be trusted.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26480" y="8229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4081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26480" y="17373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12648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3225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26480" y="26517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264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2369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35661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26480" y="35661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78308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01752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agenda: Why, What, How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702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generated code that looks right can still be wrong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42032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679192" y="155448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25" y="170261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19272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679192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 2 must do and how a trustworthy build is organised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26864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764024" y="155448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57" y="170261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04104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4764024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review the plan, test the agent, attack its tests and decide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711696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848856" y="155448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89" y="170261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88936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848856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verify, break and accept or reject Agent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Build Agent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the development assistant. You verify and accept.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cannot just trust generated 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looks convincing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syntax and confident names make wrong code feel right.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can be fake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the model write tests that contained their own copy of the function. They passed and proved nothing.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ran it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text is not a test run. Only execution shows behavior.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is not bad code. The danger is code nobody checked.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Agent 2 sits in the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to Design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44368" y="219456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9184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29184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 Code to Test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79008" y="219456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12648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12648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 Release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3369564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4300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receives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94360" y="3767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story with acceptance criteria and a fixed function spec.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66344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4800600" y="324612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33695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4924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hands over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800600" y="3767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and proof that the tests really ran and passed.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 2 must do: story in, five outputs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3E8F2"/>
          </a:solidFill>
          <a:ln w="12700">
            <a:solidFill>
              <a:srgbClr val="E3E8F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story.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spec: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validate_leave_request(start_date, end_date, balance_days)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05740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474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Claude Code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2724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13892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486400" y="132588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1892808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486400" y="1892808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table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459736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486400" y="2459736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3026664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86400" y="3026664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593592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486400" y="3593592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function name and behaviour is what lets separately generated tests and code fit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Claude Code must build against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validate_leave_request(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start_date,   # "YYYY-MM-DD"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end_date,     # "YYYY-MM-DD"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balance_days  # whole 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requested = (end - start)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  -&gt; (True, "")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-&gt; (False, "&lt;reason&gt;")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end date before start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days requested more than balance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3716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150876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16322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spec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0299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code are written from the same rules, so they can agree.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7840" y="29718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715000" y="310896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323240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first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36301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become the standard the code must meet.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trustworthy build is organised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then code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fluent, sometimes wrong.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81528" y="187452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24612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count asserts, run it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every run.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70448" y="187452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03504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code and tests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yes only when satisfied.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1323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6032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81635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91947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6656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02259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a plan: generated code run inside the agent's own process; no time limit; the model reporting its own tests as passed; no retry limit.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you should see in Claude Code's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74320" y="169164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417320" y="169164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41732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generate_tests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80360" y="169164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88036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34340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0" y="169164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7150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3720" y="169164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90372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92440" y="169164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092440" y="1691640"/>
            <a:ext cx="731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6128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62432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08736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367528" y="196596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64768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83640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V="1">
            <a:off x="4663440" y="1234440"/>
            <a:ext cx="0" cy="43891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3474720" y="1234440"/>
            <a:ext cx="1188720" cy="0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3063240" y="978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failed: refine code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474720" y="1234440"/>
            <a:ext cx="0" cy="43891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937760" y="2258568"/>
            <a:ext cx="0" cy="53035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 flipH="1">
            <a:off x="2011680" y="2788920"/>
            <a:ext cx="2926080" cy="0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2377440" y="2825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unusable: rewrite tests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 flipV="1">
            <a:off x="2011680" y="2258568"/>
            <a:ext cx="0" cy="53035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4846320" y="33375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8463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394960" y="2258568"/>
            <a:ext cx="182880" cy="106070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343400" y="2990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tries used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 flipH="1">
            <a:off x="5852160" y="2258568"/>
            <a:ext cx="320040" cy="106070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6240780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says no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32918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64008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plan: generate_test_data after the tests, and explain_code after the tests pass.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71323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56032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281635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66344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91947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76656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702259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day works: specify, build, verify, decide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prompt in plan mode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checklist or send it 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writes my_agent2.py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answer yes, read the output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B1, B2, B4, B5, B6 (B3: homework)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Weak-tests check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code; do the tests notice?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+ scope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tests, wrong code (loop test, findstr: homework)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decision with evidence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prompt is the specification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ONE new file my_agent2.py: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LangGraph development assistant.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from a story and a fixed function spec,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tests first, then code; validate both;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 on failure; then ask a human to approve.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the function spec (dates, days, returns).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one file, direct ollama.chat,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LangChain, no pytest, at most 3 attempts.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code ONLY in a subprocess, 15 s timeout.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Verify: reject tests that define the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themselves; tests need 4+ asserts.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 short plan (under 15 lines).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helpers. Do not edit files yet.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126480" y="141732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9456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1264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97180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12648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374904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12648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review the PLAN, not the 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558320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then test data, are generated BEFORE the code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0060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558320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test-data table checked by Python; an explanation after the tests pass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216688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runs in a subprocess with a timeout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80060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216688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that tests do not define the function, and have 4+ asserts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59436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2875056"/>
            <a:ext cx="193487" cy="1934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 limit of 3 and a stop route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80060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2875056"/>
            <a:ext cx="193487" cy="19348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4924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step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33467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594360" y="341985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28" y="3533424"/>
            <a:ext cx="193487" cy="19348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4300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file; no pytest; no LangChain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6" name="Text 26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runs model-written code inside the agent's own process is an automatic send-back.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what a good run looks like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code: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validate_leave_request(start_date, end_date, balance_days):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checks end &gt;= start and days &lt;= balance 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tests: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"2023-06-01", "2023-06-03", 5) == (True, "")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"2023-06-10", "2023-06-05", 5)[0] is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(5 asserts calling the real function)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data: 6 cases, valid and invalid, all ran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after 1 attempt(s): ALL TESTS PASSED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Explanation: checks the end date is not before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date and the days fit the balance.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this code and tests? (yes/no): 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Code and tests approved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309360" y="1371600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call the real function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90195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309360" y="1901952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cases covered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2432304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09360" y="2432304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data: valid + invalid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2962656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309360" y="2962656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came from a run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3493008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09360" y="3493008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402336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309360" y="4023360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then approved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acceptance tests B1 to B6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answer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 and ALL TESTS PASSED printed; status approved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052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052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052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052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generated assert lines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052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052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cover: valid, exactly at balance, over balance, end before start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7005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7005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7005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7005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read the tests for the word def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7005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7005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 validate_leave_request in the tests; only calls to it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1958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1958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1958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1958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and answer no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1958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1958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says rejected; nothing is approved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6911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6911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6911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6911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test-data table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6911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6911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8 cases, valid and invalid; all ran against the code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41864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41864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41864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41864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explanation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41864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41864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plain-English lines, no jargon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trap: green tests that prove nothing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test file (must be rejected)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validate_leave_request(a, b, 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the model COPIED the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"2023-05-01", "2023-05-03",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(True, "")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passes, but tests its own copy!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84632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test file (acceptable)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17830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983480" y="1874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def, no copy, no import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"2023-06-01", "2023-06-03",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(True, "")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"2023-06-10", "2023-06-05",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)[0] is False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2519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spot this with no coding knowledge: look for the word def in the tests.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the weak-tests check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copy of the function with the end-before-start check removed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generated tests against the broken copy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 test fail?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= tests protect you. All pass = tests are weak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94360" y="29260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the generated function and make a copy with the "end date before start date"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removed. Run the SAME generated tests against that broken copy and show me the output.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delete the broken copy. Do not change the real file.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only if at least one test fails. If every test still passes, REJECT: ask Claude Code to strengthen the tests and repeat the check.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break it on purpose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902208"/>
          </a:xfrm>
          <a:prstGeom prst="roundRect">
            <a:avLst>
              <a:gd name="adj" fmla="val 81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371600"/>
            <a:ext cx="466344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the tests contain a copy of the function, run it, then restore.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13248" y="1822704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1371600"/>
            <a:ext cx="2971800" cy="902208"/>
          </a:xfrm>
          <a:prstGeom prst="roundRect">
            <a:avLst>
              <a:gd name="adj" fmla="val 8108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852160" y="1371600"/>
            <a:ext cx="274320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rejects those tests; it must not report a pass.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383536"/>
            <a:ext cx="4937760" cy="902208"/>
          </a:xfrm>
          <a:prstGeom prst="roundRect">
            <a:avLst>
              <a:gd name="adj" fmla="val 81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94360" y="2383536"/>
            <a:ext cx="466344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the generated code always wrong, run it, then restore.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13248" y="2834640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715000" y="2383536"/>
            <a:ext cx="2971800" cy="902208"/>
          </a:xfrm>
          <a:prstGeom prst="roundRect">
            <a:avLst>
              <a:gd name="adj" fmla="val 8108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852160" y="2383536"/>
            <a:ext cx="274320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3 attempts, then a stop message.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95472"/>
            <a:ext cx="4937760" cy="902208"/>
          </a:xfrm>
          <a:prstGeom prst="roundRect">
            <a:avLst>
              <a:gd name="adj" fmla="val 81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594360" y="3395472"/>
            <a:ext cx="466344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- 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the generated code loop forever, run it, then restore.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13248" y="3846576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715000" y="3395472"/>
            <a:ext cx="2971800" cy="902208"/>
          </a:xfrm>
          <a:prstGeom prst="roundRect">
            <a:avLst>
              <a:gd name="adj" fmla="val 8108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852160" y="3395472"/>
            <a:ext cx="274320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by itself with a timeout message after about 15 seconds.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checks one safety rule without reading a line of code.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scope checks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Day-18-SDLC-Agent-2-Design-Code-Test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/i /c:"langchain" /c:"pytest" Day-18-...\my_agent2.py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/c:"subprocess" /c:"timeout" Day-18-...\my_agent2.py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/c:"eval(" /c:"exec(" Day-18-...\my_agent2.py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137160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596128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only my_agent2.py was added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596128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pytest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9260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596128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/ timeout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lines found for both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7033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96128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 / exec(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or reject: the decision rule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436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B1, B2, B4, B5, B6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Weak-tests check: a test failed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in-class break-it tests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 pass (homework)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66344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0060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of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define the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 on the broken copy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break-it test hangs or reports a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 check fails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messages that work: name the test, quote what you saw, ask for one fix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94360" y="34747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B3 failed: the tests contain def validate_leave_request. Reject those tests.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94360" y="38404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broken copy passed all tests, so they are weak. Add an end-before-start test.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94360" y="42062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 hung on the infinite loop. Add a timeout.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Hooks and subagents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ask. Hooks enforce. Subagents are specialists with limited powers. The hook takes about 23 minutes, after Agent 2 is running; the subagent is homework.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0000"/>
            <a:ext cx="82296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mbria"/>
              </a:rPr>
              <a:t>CLAUDE.md vs Rules vs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0000"/>
            <a:ext cx="822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Calibri"/>
              </a:rPr>
              <a:t>Three ways to give Claude Code instructions. All three are guidance; only hooks enforce.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00000"/>
          <a:ext cx="8229600" cy="3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/>
                <a:gridCol w="2300000"/>
                <a:gridCol w="2450000"/>
                <a:gridCol w="2329600"/>
              </a:tblGrid>
              <a:tr h="4625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30000" marB="30000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CLAUDE.md</a:t>
                      </a:r>
                    </a:p>
                  </a:txBody>
                  <a:tcPr marT="30000" marB="30000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marT="30000" marB="30000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Skills</a:t>
                      </a:r>
                    </a:p>
                  </a:txBody>
                  <a:tcPr marT="30000" marB="30000">
                    <a:solidFill>
                      <a:srgbClr val="1D4ED8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One project instruction file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Small markdown files, one topic each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Reusable procedure with steps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Project root (CLAUDE.md)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.claude\rules\*.md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.claude\skills\&lt;name&gt;\SKILL.md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When it loads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Every session, always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Always, or only when matching files are used (paths: header)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 demand, when you or Claude call it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How you use it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Automatic, nothing to type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Automatic, nothing to type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Type /name (+ $ARGUMENTS)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Project overview, commands, global conventions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Folder/file-specific standards (e.g. every agent file starts with # AGENT FILE)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Repeatable tasks (e.g. /accept-check on an agent file)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Context cost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Always in context, so keep it short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Scoped rules cost nothing until needed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Only paid when invoked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Enforced?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guidance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guidance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but it is a fixed checklist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8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Rule of thumb: CLAUDE.md = what the project is · Rules = how files must look · Skills = a job you run on demand. Need a guarantee? Use a hook.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ask. Hooks enforce.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Claude Code reads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most of the time (1 of 3 on one rule in our test)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say no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style and preferences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hook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runs automatically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time, at a fixed moment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block the action with exit code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what must never be skipped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different strength. Use a hook when skipping is not acceptable.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hook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wants to Edit or Write a file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4630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20040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hook runs guard.py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file path as JSON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3258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126480" y="1325880"/>
            <a:ext cx="2560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0: allowed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0116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2: BLOCKED + message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70048" y="1874520"/>
            <a:ext cx="5120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 flipV="1">
            <a:off x="5596128" y="1600200"/>
            <a:ext cx="512064" cy="137160"/>
          </a:xfrm>
          <a:prstGeom prst="line">
            <a:avLst/>
          </a:prstGeom>
          <a:noFill/>
          <a:ln w="22225">
            <a:solidFill>
              <a:srgbClr val="148F8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596128" y="2011680"/>
            <a:ext cx="512064" cy="274320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57200" y="28803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94360" y="297180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"hooks": { "PreToolUse": [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"matcher": "Edit|Write",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"hooks": [ { "type": "command",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 "uv run python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.claude/hooks/guard.py" }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] } }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94960" y="288036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77840" y="288036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load when a session starts: restart claude after you add a hook. /hooks lists the hooks that are loaded.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 you will have Claude Code build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83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edit or write to a file named example.py or chain.py. These are the course's reference answers.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edit or write inside a Day- folder that is not the one named in .claude\active-day.txt.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3200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.claude\active-day.txt     today's folder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.claude\hooks\guard.py     the script (exit 2 to block)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.claude\settings.json      registers the hook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31089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0" y="31089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allowed, and reading is never blocked.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tests: the guard hook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/hooks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PreToolUse hook for Edit or Write is listed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052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052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052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052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hook_ok.txt in today's folder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052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052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created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7005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7005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7005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7005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create a file named example.py in today's folder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7005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7005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with the guard's message; no file created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1958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1958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1958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1958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a file in another day's folder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1958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1958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Refused: 'today's folder is Day-18-...'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6911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6911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hw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6911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6911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active-day.txt to Day 17, repeat H4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6911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6911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allowed. Change it back afterwards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41864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41864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hw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41864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41864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read pyproject.toml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41864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41864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works: only edits and writes are guarded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Subagents: a specialist with limited tools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agent-reviewer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Read-only reviewer that tries to find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ways an agent file could fail.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Read, Grep, Glob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strict, read-only reviewer. You never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files. Report at most 5 ways the file could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fail, and how to test each without reading code.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with: REVIEWER: DONE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150876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16322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tools it is given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0299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Read, Grep, Glob means it cannot write, even if asked.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7840" y="30175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715000" y="315468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32781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in plain words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36758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 the agent-reviewer subagent to review my_agent2.py'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tests: the reviewer subagent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agent file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lists only Read, Grep, Glob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322576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3225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322576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3225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review my_agent2.py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322576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3225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5 items, each with a way to test it, ending REVIEWER: DONE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935224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9352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935224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9352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fix the problems it found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935224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93522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does NOT change: it has no edit tool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547872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5478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547872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547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one finding into a break-it prompt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547872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5478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test you did not have before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class: the 100-minute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and what (introduce)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30552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221992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221992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1; tick the checklist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03904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895344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895344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895344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run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2; you run it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77256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568696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6869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68696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B1, B2, B4, B5, B6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50608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242048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242048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242048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tests 12m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code; judge the tests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tests; always-wrong code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130552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21992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2221992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221992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idea 8m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vs hook; the guard prompt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803904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3895344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3895344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895344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tests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to H4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77256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5568696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5568696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568696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with evidence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150608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7242048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7242048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242048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SA1-SA4, B3, H5-H7, loop test, scope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seen in testing, and the assignment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redefine the function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error text breaks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fences cause SyntaxError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run in your own process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weak-tests check because the run is green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practice after class (about 45 min)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to move 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Subagent SA1 to SA4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Hook tests H5, H6, H7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Break-it: code that loops forever must time 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Finish the acceptance 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Assignment: have Claude Code change the spec to another small function, rebuild and retest. Submit the sheet and one weak test with the test you asked for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18 in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looks right even when wrong. Green tests mean nothing until they can fail.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747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turns a story into tests and code, validated by really running them, with human review.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8FA6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review, acceptance tests, the weak-tests check, break-it prompts, scope checks, decision.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19 - Agent 3 and the agent chain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18 - SDLC Agent 2: Design to Code to Test</dc:title>
  <dc:subject>PptxGenJS Presentation</dc:subject>
  <dc:creator>L2 AI Agent Engineering</dc:creator>
  <cp:lastModifiedBy>L2 AI Agent Engineering</cp:lastModifiedBy>
  <cp:revision>1</cp:revision>
  <dcterms:created xsi:type="dcterms:W3CDTF">2026-10-04T16:53:04Z</dcterms:created>
  <dcterms:modified xsi:type="dcterms:W3CDTF">2026-10-04T16:53:04Z</dcterms:modified>
</cp:coreProperties>
</file>