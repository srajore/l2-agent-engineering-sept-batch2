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58" r:id="rId4"/>
    <p:sldId id="259" r:id="rId5"/>
    <p:sldId id="260" r:id="rId6"/>
    <p:sldId id="261" r:id="rId7"/>
    <p:sldId id="262" r:id="rId8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21.xml"/><Relationship Id="rId5" Type="http://schemas.openxmlformats.org/officeDocument/2006/relationships/slide" Target="slides/slide22.xml"/><Relationship Id="rId6" Type="http://schemas.openxmlformats.org/officeDocument/2006/relationships/slide" Target="slides/slide23.xml"/><Relationship Id="rId7" Type="http://schemas.openxmlformats.org/officeDocument/2006/relationships/slide" Target="slides/slide24.xml"/><Relationship Id="rId8" Type="http://schemas.openxmlformats.org/officeDocument/2006/relationships/slide" Target="slides/slide25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halves: Agent 3, then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item was built and proven on an earlier day. If the hook or subagent was skipped on Day 18, build it now with the same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while building Agent 3 and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-p runs one prompt and exits. Nothing can ask permission, so list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ticked row needs proof: an output, a file or a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is where mistakes become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results from testing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specification for Part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learners say the difference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compare plan and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A then Part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part of the plan proves gates are Python?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gate is tested alone by asking Claude Code to fake the condition. hw = homework (C3, C6, C9). In class: C1, C2, C4, C5, C7, C8.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and severities vary.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is its own small graph used as ONE step of the parent. my_chain.py holding all three agents is the stated exception to the rule 'one agent per file' (.claude\rules\agent-style.md says 'except my_chain.py').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steps. Learners check them through the handoff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review for Part B. The chain file is the stated exception to 'one agent per file'.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are typed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bugs from building the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result: no output from the langchain and import searches.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decisions today: one for Agent 3, one for the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Pairs. Introduce items get the short version. 5+8+16+8+12+31+10+10 = 100 minutes. If the hook or subagent was not built on Day 18, build it with the same prompt and shorten another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Agent 3 and the Agent Chain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the review agent, then connects all three agents. You verify gates, handoffs and approvals.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8229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126480" y="8229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4081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26480" y="17373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126480" y="17373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3225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26480" y="26517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26480" y="26517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3236976"/>
            <a:ext cx="0" cy="310896"/>
          </a:xfrm>
          <a:prstGeom prst="line">
            <a:avLst/>
          </a:prstGeom>
          <a:noFill/>
          <a:ln w="22225">
            <a:solidFill>
              <a:srgbClr val="8FA6D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26480" y="356616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126480" y="3566160"/>
            <a:ext cx="23774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8308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78308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40690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017520" y="40690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agenda: Why, What, How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55448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70261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release is a point of no return and a model review is not enough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542032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2679192" y="1554480"/>
            <a:ext cx="548640" cy="54864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325" y="170261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319272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2679192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 3 does, and what it means for agents to hand work to each other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26864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764024" y="155448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157" y="170261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04104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4764024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 gates, handoffs and stop rules without reading code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711696" y="1417320"/>
            <a:ext cx="1920240" cy="3017520"/>
          </a:xfrm>
          <a:prstGeom prst="roundRect">
            <a:avLst>
              <a:gd name="adj" fmla="val 4762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848856" y="155448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989" y="1702613"/>
            <a:ext cx="252374" cy="25237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88936" y="1554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6848856" y="224028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verify and accept or reject Agent 3 and the chain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1: Agent 3 and the chain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builds Agent 3, then the chain. You verify and accept.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release needs the strictest checks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79405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is a point of no return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shipped, a defect reaches real users. Every gate is cheaper now than later.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429000" y="1645920"/>
            <a:ext cx="548640" cy="54864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79405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2900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reviewer is inconsistent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kind of code got different severity labels on different runs.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79405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Silence hides risk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weaknesses nobody records become surprises. Write them down as verification debt.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suggests. Plain Python decides whether release is allowed. A person approves.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evidence: same code, two different reviews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2468880"/>
          </a:xfrm>
          <a:prstGeom prst="roundRect">
            <a:avLst>
              <a:gd name="adj" fmla="val 3704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Uncaught ValueError on bad dates: MEDIUM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docstring: 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no HIGH finding: PASS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Released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371600"/>
            <a:ext cx="4023360" cy="2468880"/>
          </a:xfrm>
          <a:prstGeom prst="roundRect">
            <a:avLst>
              <a:gd name="adj" fmla="val 3704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84632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2 (same kind of code)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Uncaught ValueError on bad dates: HIGH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 not checked: MEDIUM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no HIGH finding: FAIL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846320" y="310896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Blocked by quality gates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good sample comes back Blocked, read the finding and decide whether you agree. Run again if needed. This is not a bug in the build.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Agent 3 must do: PR in, release decision out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E3E8F2"/>
          </a:solidFill>
          <a:ln w="12700">
            <a:solidFill>
              <a:srgbClr val="E3E8F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554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745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request: title, description and a diff (lines starting with + are the new code).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its tests passed.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0" y="2057400"/>
            <a:ext cx="1645920" cy="1005840"/>
          </a:xfrm>
          <a:prstGeom prst="roundRect">
            <a:avLst>
              <a:gd name="adj" fmla="val 9091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3474720" y="2057400"/>
            <a:ext cx="16459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Claude Code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27248" y="256032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5138928" y="2560320"/>
            <a:ext cx="3291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486400" y="137160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48640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+ severity (quote the line)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0" y="192024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54864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+ verification debt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0" y="246888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4864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+ release notes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0" y="301752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48640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(4 headings)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0" y="356616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48640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after human approval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outputs. Only the last one can say Released.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Finding, gate, approval: three different things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2606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observation from the reviewer.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34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'Bad dates raise ValueError.' Advice with a severity label.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4630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246120" y="1463040"/>
            <a:ext cx="2606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rule that allows or blocks.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246120" y="2834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'Tests passed' and 'no HIGH finding'. Same result every run.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463040"/>
            <a:ext cx="2606040" cy="640080"/>
          </a:xfrm>
          <a:prstGeom prst="roundRect">
            <a:avLst>
              <a:gd name="adj" fmla="val 14286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035040" y="1463040"/>
            <a:ext cx="2606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says yes or no.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28346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read the notes and debt and I approve.'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inform. Gates decide whether release is even allowed. Approval is the final human act.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you should see in the Agent 3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64592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7432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417320" y="16459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4173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06040" y="16459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60604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49040" y="1645920"/>
            <a:ext cx="114300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3749040" y="1645920"/>
            <a:ext cx="11430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release_notes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74920" y="16459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0749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164592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172200" y="164592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23760" y="1645920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722376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92440" y="1645920"/>
            <a:ext cx="640080" cy="548640"/>
          </a:xfrm>
          <a:prstGeom prst="roundRect">
            <a:avLst>
              <a:gd name="adj" fmla="val 16667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809244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161288" y="192024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350008" y="1920240"/>
            <a:ext cx="23774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3538728" y="1920240"/>
            <a:ext cx="19202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4910328" y="192024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007608" y="192024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7059168" y="1920240"/>
            <a:ext cx="14630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973568" y="1920240"/>
            <a:ext cx="10058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2423160" y="320040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242316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063240" y="2212848"/>
            <a:ext cx="0" cy="96926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3172968" y="2578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failed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577840" y="320040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5577840" y="320040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 flipH="1">
            <a:off x="6263640" y="2212848"/>
            <a:ext cx="137160" cy="96926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606540" y="2578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said no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71323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(plain Python)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56032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281635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/ writes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66344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491947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766560" y="4206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7022592" y="4187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/ block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day works: hook, Agent 3, subagent, chain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Agent 3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 in plan mode; tick the checklist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4889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64033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64033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64033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2; run once with yes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4058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73202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47320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3202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tests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to C8, one gate at a time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137160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82371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82371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23710" y="179222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Agent 3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checks and a decision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chain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 in plan mode; tick the checklist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54889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64033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264033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64033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4; yes, yes, yes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4058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473202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47320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73202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tests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to D4: stops, handoff log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82371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682371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82371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chain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checks and a decision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Agent 3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444752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8" y="1558320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 are Python, not model calls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800600" y="1444752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168" y="1558320"/>
            <a:ext cx="193487" cy="1934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13716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unreadable review counts as a HIGH finding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029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594360" y="2103120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" y="2216688"/>
            <a:ext cx="193487" cy="1934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route that skips the release notes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029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4800600" y="2103120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168" y="2216688"/>
            <a:ext cx="193487" cy="19348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49240" y="2029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appear BEFORE the approval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26883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594360" y="276148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" y="2875056"/>
            <a:ext cx="193487" cy="19348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 input (title, description, diff) the reviewer quotes from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663440" y="268833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0"/>
          <p:cNvSpPr/>
          <p:nvPr/>
        </p:nvSpPr>
        <p:spPr>
          <a:xfrm>
            <a:off x="4800600" y="276148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168" y="2875056"/>
            <a:ext cx="193487" cy="19348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49240" y="2688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documentation step with 4 headings, checked by Python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334670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3"/>
          <p:cNvSpPr/>
          <p:nvPr/>
        </p:nvSpPr>
        <p:spPr>
          <a:xfrm>
            <a:off x="594360" y="341985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928" y="3533424"/>
            <a:ext cx="193487" cy="19348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143000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approval step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4663440" y="334670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26"/>
          <p:cNvSpPr/>
          <p:nvPr/>
        </p:nvSpPr>
        <p:spPr>
          <a:xfrm>
            <a:off x="4800600" y="341985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168" y="3533424"/>
            <a:ext cx="193487" cy="193487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5349240" y="33467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file; no LangChain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40" name="Text 29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lets the model decide whether release is allowed, send it back.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3 acceptance tests C1 to C8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answer yes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three gates, debt, changelog, notes, then Released (or Blocked: see note)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09283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09283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09283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09283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answer no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09283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09283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says the human declined; not Released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47573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47573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hw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47573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47573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run with tests_passed set to False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47573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47573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because tests passed failed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285864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285864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285864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285864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run with the code containing eval(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285864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285864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because of the forbidden call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324154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324154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324154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324154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pretend the review returned a HIGH finding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324154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324154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Blocked; and NO release notes printed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362445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457200" y="362445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hw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143000" y="362445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234440" y="362445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pretend the review is the text hello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4206240" y="362445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297680" y="362445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Blocked: unreadable review treated as HIGH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57200" y="4007358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 txBox="1"/>
          <p:nvPr/>
        </p:nvSpPr>
        <p:spPr>
          <a:xfrm>
            <a:off x="457200" y="4007358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1143000" y="4007358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 txBox="1"/>
          <p:nvPr/>
        </p:nvSpPr>
        <p:spPr>
          <a:xfrm>
            <a:off x="1234440" y="4007358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top of a good run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4206240" y="4007358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54" name="Text 51"/>
          <p:cNvSpPr txBox="1"/>
          <p:nvPr/>
        </p:nvSpPr>
        <p:spPr>
          <a:xfrm>
            <a:off x="4297680" y="4007358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PR: &lt;title&gt;; each finding quotes an added line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457200" y="4390263"/>
            <a:ext cx="640080" cy="337185"/>
          </a:xfrm>
          <a:prstGeom prst="roundRect">
            <a:avLst>
              <a:gd name="adj" fmla="val 13559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6" name="Text 53"/>
          <p:cNvSpPr txBox="1"/>
          <p:nvPr/>
        </p:nvSpPr>
        <p:spPr>
          <a:xfrm>
            <a:off x="457200" y="4390263"/>
            <a:ext cx="6400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1143000" y="4390263"/>
            <a:ext cx="3017520" cy="337185"/>
          </a:xfrm>
          <a:prstGeom prst="roundRect">
            <a:avLst>
              <a:gd name="adj" fmla="val 13559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 txBox="1"/>
          <p:nvPr/>
        </p:nvSpPr>
        <p:spPr>
          <a:xfrm>
            <a:off x="1234440" y="4390263"/>
            <a:ext cx="283464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documentation printed before approval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4206240" y="4390263"/>
            <a:ext cx="4480560" cy="337185"/>
          </a:xfrm>
          <a:prstGeom prst="roundRect">
            <a:avLst>
              <a:gd name="adj" fmla="val 13559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60" name="Text 57"/>
          <p:cNvSpPr txBox="1"/>
          <p:nvPr/>
        </p:nvSpPr>
        <p:spPr>
          <a:xfrm>
            <a:off x="4297680" y="4390263"/>
            <a:ext cx="4297680" cy="337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Parameters, Returns and Example are all there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Agent 3 run looks like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66928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Reviewing PR: Add leave request validation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findings: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[MEDIUM] Broad except hides errors (line: except:)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[LOW] Missing docstring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gates: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  tests passed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  no HIGH findings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  no forbidden calls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debt: [2 items listed]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Changelog: Added validation for leave requests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notes: Users now get clear feedback when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Documentation: ## Purpose ## Parameters ## Returns ## Example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 this release? (yes/no): yes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Released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09360" y="137160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309360" y="137160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reviewed, lines quoted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201168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309360" y="201168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 shown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265176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09360" y="265176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listed, not hidden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329184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309360" y="329184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+ docs before approval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09360" y="393192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309360" y="3931920"/>
            <a:ext cx="23774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yes releases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B: why connect the agents at all?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79405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not three scripts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flow into code, code flows into review. No copy and paste between runs.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429000" y="1645920"/>
            <a:ext cx="548640" cy="548640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133" y="179405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2900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handoffs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handoff is a step you can see and test. No hidden messages between agents.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146304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794053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1792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stays with you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in each agent and a stop rule between them: one no ends the chain.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talking = one agent's output becomes the next agent's input, through state you can read.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chain is: three agents in one parent graph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1371600"/>
            <a:ext cx="8503920" cy="2148840"/>
          </a:xfrm>
          <a:prstGeom prst="roundRect">
            <a:avLst>
              <a:gd name="adj" fmla="val 4255"/>
            </a:avLst>
          </a:prstGeom>
          <a:solidFill>
            <a:srgbClr val="F7F9FC"/>
          </a:solidFill>
          <a:ln w="15875">
            <a:solidFill>
              <a:srgbClr val="3A4A6B"/>
            </a:solidFill>
            <a:prstDash val="dash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02920" y="1417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GRAPH  (shared state, one checkpointer, one thread id)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96596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02920" y="1965960"/>
            <a:ext cx="1600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23160" y="214884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423160" y="214884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11880" y="196596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3611880" y="1965960"/>
            <a:ext cx="1600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tests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32120" y="2148840"/>
            <a:ext cx="868680" cy="548640"/>
          </a:xfrm>
          <a:prstGeom prst="roundRect">
            <a:avLst>
              <a:gd name="adj" fmla="val 16667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532120" y="2148840"/>
            <a:ext cx="868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20840" y="196596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720840" y="1965960"/>
            <a:ext cx="1600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release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121408" y="2423160"/>
            <a:ext cx="2834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3310128" y="2423160"/>
            <a:ext cx="2834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5230368" y="2423160"/>
            <a:ext cx="2834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419088" y="2423160"/>
            <a:ext cx="283464" cy="0"/>
          </a:xfrm>
          <a:prstGeom prst="line">
            <a:avLst/>
          </a:prstGeom>
          <a:noFill/>
          <a:ln w="22225">
            <a:solidFill>
              <a:srgbClr val="3A4A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0292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keeps its own approval pause inside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11880" y="393192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3611880" y="3931920"/>
            <a:ext cx="1600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early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07408" y="3538728"/>
            <a:ext cx="0" cy="374904"/>
          </a:xfrm>
          <a:prstGeom prst="line">
            <a:avLst/>
          </a:prstGeom>
          <a:noFill/>
          <a:ln w="22225">
            <a:solidFill>
              <a:srgbClr val="D6455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4636008" y="36073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did not finish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travels through a handoff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6322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to Agent 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0299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stories and criteria become the story Agent 2 builds code for.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63440" y="13716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800600" y="1508760"/>
            <a:ext cx="457200" cy="457200"/>
          </a:xfrm>
          <a:prstGeom prst="ellipse">
            <a:avLst/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44" y="163220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924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to Agent 3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00600" y="20299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code is packaged as a pull request (title, description, diff) with the tests-passed flag.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32004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594360" y="32918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Handoffs: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Agent 1 -&gt; Agent 2: 5 stories and a design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Agent 2 -&gt; Agent 3: pull request (25 added lines), tests passed = True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handoff log is your evidence. Exactly two entries, no duplicates.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chain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517904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28" y="1631472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3716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 steps in a parent graph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37160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800600" y="1517904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168" y="1631472"/>
            <a:ext cx="193487" cy="1934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13716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handoff steps between them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217627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594360" y="232257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8" y="2436144"/>
            <a:ext cx="193487" cy="1934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17627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 rule after Agent 1 and after Agent 2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217627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4800600" y="2322576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168" y="2436144"/>
            <a:ext cx="193487" cy="19348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49240" y="217627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state; approvals accept True/False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57200" y="298094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594360" y="312724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28" y="3240816"/>
            <a:ext cx="193487" cy="19348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298094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that asks you yes or no at each pause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663440" y="298094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0"/>
          <p:cNvSpPr/>
          <p:nvPr/>
        </p:nvSpPr>
        <p:spPr>
          <a:xfrm>
            <a:off x="4800600" y="3127248"/>
            <a:ext cx="420624" cy="420624"/>
          </a:xfrm>
          <a:prstGeom prst="ellipse">
            <a:avLst/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168" y="3240816"/>
            <a:ext cx="193487" cy="19348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349240" y="298094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file; no shared modules; no imports from other days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2" name="Text 23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that imports from your other agent files is a send-back: the file must stand on its own.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acceptance tests D1 to D4 (D5 is homework)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yes, yes, yes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Released; output shows stories, then code, then gates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95144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295144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295144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295144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yes, then no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295144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295144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status Stopped in Agent 2; no Agent 3 output at all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880360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880360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880360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880360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no at the first question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880360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880360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in Agent 1; nothing from Agents 2 or 3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465576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465576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465576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46557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Handoffs list after D1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465576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465576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two entries, no duplicates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4050792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4050792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4050792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4050792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Agent 1's stories with Agent 2's code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4050792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4050792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is about the leave request from the stories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bugs to watch for in the chain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BE3E5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log doubled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4 entries instead of 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a subgraph returns the state it was given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that catches it: D4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message: each handoff must be recorded once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4632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8F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counter not reset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8745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Agent 2 stops almost at once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it inherited Agent 1's attempt count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that catches it: D1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message: reset the counter at the handoff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251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find both with tests alone. No code reading needed.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checks for Agent 3 and the chain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 Day-19-SDLC-Agent-3-Review-Release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/i /c:"langchain" Day-19-...\my_agent3.py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/c:"interrupt" /c:"gpt-oss:120b-cloud" Day-19-...\my_agent3.py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/i /c:"langchain" Day-19-...\my_chain.py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findstr /c:"import my_agent" /c:"from my_agent" /c:"import example" Day-19-...\my_chain.py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0" y="137160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596128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only the expected new files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14884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596128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(both files)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no output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292608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596128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+ model name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lines found in my_agent3.py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0" y="3703320"/>
            <a:ext cx="3200400" cy="68580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596128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of other files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no output in my_chain.py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or reject: the decision rule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9436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C1, C2, C4, C5, C7, C8 pass (Agent 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to D4 pass (chain)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checks (homework) pass for each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66344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828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800600" y="1920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one of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does not block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written after a block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runs after a no at Agent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log has duplicates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 messages that work: name the test, quote what you saw, ask for one fix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47472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94360" y="347472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C5 failed: release notes were written after the gate blocked. Skip them when blocked.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84048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94360" y="384048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D2 failed: Agent 3 ran after I said no at Agent 2. The parent must stop.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4206240"/>
            <a:ext cx="8229600" cy="310896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594360" y="420624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D4 failed: the handoffs list has 4 entries. Record each handoff once.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Everything together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Claude Code features working together, headless mode, and the driver's check. Proof they work together, in the last part of class.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7373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84048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1148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.claude setup so far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13258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folder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instructions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1755648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57200" y="1755648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.claude\settings.local.json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7556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17556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and deny rules, if you made them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2185416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57200" y="2185416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.mcp.json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840480" y="21854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21854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for Days 17 to 19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2615184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F2A31B"/>
          </a:solidFill>
          <a:ln w="1270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615184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.claude\rules\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840480" y="26151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26151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Guidance, always-on and path-scoped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3044952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57200" y="3044952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.claude\skills\accept-check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04495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17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663440" y="30449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/accept-check &lt;file&gt;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3474720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457200" y="3474720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.claude\hooks\guard.py + hook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840480" y="3474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(now: Day 19)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663440" y="3474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protection of reference files and other days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57200" y="3904488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148F82"/>
          </a:solidFill>
          <a:ln w="1270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904488"/>
            <a:ext cx="3291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.claude\agents\agent-reviewer.md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840480" y="39044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homework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663440" y="3904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reviewer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57200" y="4389120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FDF1D8"/>
          </a:solidFill>
          <a:ln w="15875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640080" y="43891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and subagent: built on Day 18. Today: set active-day.txt to the Day 19 folder (Part 2).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tests: does it all work together?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64008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57200" y="1325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43000" y="1325880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4300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4480560" cy="310896"/>
          </a:xfrm>
          <a:prstGeom prst="roundRect">
            <a:avLst>
              <a:gd name="adj" fmla="val 14706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06240" y="1325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when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1709928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57200" y="1709928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43000" y="1709928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234440" y="1709928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/hooks, then list the files under .claude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206240" y="1709928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297680" y="1709928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listed; rules, skill, agent, script and settings present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95144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57200" y="2295144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143000" y="2295144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234440" y="2295144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create a file named chain.py in today's folder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06240" y="2295144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4297680" y="2295144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with the guard's message; no file created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880360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57200" y="2880360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143000" y="2880360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234440" y="2880360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my_agent3.py and my_chain.py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206240" y="2880360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4297680" y="2880360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and chain tests pass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3465576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457200" y="3465576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143000" y="3465576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1234440" y="3465576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/accept-check on my_agent3.py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06240" y="3465576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297680" y="3465576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ACCEPT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4050792"/>
            <a:ext cx="640080" cy="539496"/>
          </a:xfrm>
          <a:prstGeom prst="roundRect">
            <a:avLst>
              <a:gd name="adj" fmla="val 8475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57200" y="4050792"/>
            <a:ext cx="640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1143000" y="4050792"/>
            <a:ext cx="3017520" cy="539496"/>
          </a:xfrm>
          <a:prstGeom prst="roundRect">
            <a:avLst>
              <a:gd name="adj" fmla="val 847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1234440" y="4050792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ask the subagent to review my_chain.py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206240" y="4050792"/>
            <a:ext cx="4480560" cy="539496"/>
          </a:xfrm>
          <a:prstGeom prst="roundRect">
            <a:avLst>
              <a:gd name="adj" fmla="val 8475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297680" y="4050792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5 ideas; turn one into a test and run it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Headless mode: Claude Code without the chat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launch claude --model nemotron-3-ultra:cloud -y -- -p "/accept-check Day-19-...\my_agent3.py" --allowedTools "Bash,Read"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8640" y="251460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54864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84378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"..."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prompt, print the answer, exit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48890" y="242316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640330" y="251460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264033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640330" y="284378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--allowedTools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it may use without asking, since nobody can answer a prompt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40580" y="242316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732020" y="251460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47320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732020" y="284378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work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slash command runs the same skill headlessly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732270" y="242316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823710" y="251460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82371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823710" y="284378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checks and automation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DDF3EF"/>
          </a:solidFill>
          <a:ln w="15875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P1: the same PASS table and DECISION line print, then the command returns to the prompt.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driver's check: 13 tasks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99616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1371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sign in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37160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337560" y="1499616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33756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703320" y="1371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right model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1371600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126480" y="1499616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126480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13716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plan mode; reject a plan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1993392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48640" y="2121408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4864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19933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246120" y="1993392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3337560" y="2121408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333756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3703320" y="19933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diff; reject a change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035040" y="1993392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6126480" y="2121408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12648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492240" y="19933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allow, deny, trust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2615184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548640" y="2743200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54864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14400" y="26151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MCP server (optional)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246120" y="2615184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3337560" y="2743200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333756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3703320" y="26151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rule; explain its limit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035040" y="2615184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6126480" y="2743200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61264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492240" y="261518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run a skill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457200" y="3236976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4" name="Shape 41"/>
          <p:cNvSpPr/>
          <p:nvPr/>
        </p:nvSpPr>
        <p:spPr>
          <a:xfrm>
            <a:off x="548640" y="3364992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 txBox="1"/>
          <p:nvPr/>
        </p:nvSpPr>
        <p:spPr>
          <a:xfrm>
            <a:off x="54864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14400" y="323697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hook that blocks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3246120" y="3236976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3337560" y="3364992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 txBox="1"/>
          <p:nvPr/>
        </p:nvSpPr>
        <p:spPr>
          <a:xfrm>
            <a:off x="333756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3703320" y="323697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read-only subagent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035040" y="3236976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2" name="Shape 49"/>
          <p:cNvSpPr/>
          <p:nvPr/>
        </p:nvSpPr>
        <p:spPr>
          <a:xfrm>
            <a:off x="6126480" y="3364992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 txBox="1"/>
          <p:nvPr/>
        </p:nvSpPr>
        <p:spPr>
          <a:xfrm>
            <a:off x="612648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323697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headless with claude -p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457200" y="3858768"/>
            <a:ext cx="2651760" cy="530352"/>
          </a:xfrm>
          <a:prstGeom prst="roundRect">
            <a:avLst>
              <a:gd name="adj" fmla="val 10345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56" name="Shape 53"/>
          <p:cNvSpPr/>
          <p:nvPr/>
        </p:nvSpPr>
        <p:spPr>
          <a:xfrm>
            <a:off x="548640" y="3986784"/>
            <a:ext cx="274320" cy="274320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57" name="Text 54"/>
          <p:cNvSpPr txBox="1"/>
          <p:nvPr/>
        </p:nvSpPr>
        <p:spPr>
          <a:xfrm>
            <a:off x="54864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914400" y="38587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accept 3 agents + chain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722376" cy="256032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class: the 100-minute plan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5486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5m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gates, approvals; handoffs (introduce)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30552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221992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2221992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221992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hook 8m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active-day, restart, H1 to H4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03904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895344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3895344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895344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16m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1 and 2; you run it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77256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568696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556869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568696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8m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restart, tests SA1 to SA3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50608" y="137160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242048" y="146304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242048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242048" y="1792224"/>
            <a:ext cx="1353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tests 12m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C1, C2, C7, C8, then gates C4 and C5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4864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548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31m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Day 17-18 agents; Prompts 3 and 4; tests D1 to D4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4889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64033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264033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264033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-p run (P1) with the accept-check skill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64058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473202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473202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73202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10m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driver's check; two decisions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732270" y="2926080"/>
            <a:ext cx="1954530" cy="1371600"/>
          </a:xfrm>
          <a:prstGeom prst="roundRect">
            <a:avLst>
              <a:gd name="adj" fmla="val 5333"/>
            </a:avLst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6823710" y="3017520"/>
            <a:ext cx="292608" cy="292608"/>
          </a:xfrm>
          <a:prstGeom prst="ellipse">
            <a:avLst/>
          </a:prstGeom>
          <a:solidFill>
            <a:srgbClr val="3A4A6B"/>
          </a:solidFill>
          <a:ln w="12700">
            <a:solidFill>
              <a:srgbClr val="3A4A6B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682371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6823710" y="3346704"/>
            <a:ext cx="17716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C3, C6, C9, D5, SA4, H5, H6, I5, P2, sheets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seen in testing, and the assignment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 |  27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BE3E5"/>
          </a:solidFill>
          <a:ln w="12700">
            <a:solidFill>
              <a:srgbClr val="FBE3E5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9436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severity varies run to run: that is the lesson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log doubled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counter not reset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modules or cross-day imports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piping adds a space to answers; use Command Prompt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DDF3EF"/>
          </a:solidFill>
          <a:ln w="12700">
            <a:solidFill>
              <a:srgbClr val="DDF3E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800600" y="1463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practice after class (about 45 min)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to move 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C3, C6, C9, D5, H5, H6, I5 and headless P2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Finish the 13-task driver's check, with proof for each row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Finish the acceptance sheets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Assignment: ask Claude Code to add one more gate (for example a docstring). Write its acceptance test first, then run it. Submit your test, the evidence and a one-line decision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19 in one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F2A31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is irreversible and model reviews vary, so gates and people decide, not the model.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148F8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4747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reviews, gates, drafts notes and asks approval. The chain links all three with handoffs and stop rules.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22304F"/>
          </a:solidFill>
          <a:ln w="19050">
            <a:solidFill>
              <a:srgbClr val="8FA6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checklists, gate tests, chain tests, handoff log, scope checks, two accept or reject decisions.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20 - Evaluation, guardrails and capstone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19 - SDLC Agent 3 and the Agent Chain</dc:title>
  <dc:subject>PptxGenJS Presentation</dc:subject>
  <dc:creator>L2 AI Agent Engineering</dc:creator>
  <cp:lastModifiedBy>L2 AI Agent Engineering</cp:lastModifiedBy>
  <cp:revision>1</cp:revision>
  <dcterms:created xsi:type="dcterms:W3CDTF">2026-10-04T16:53:45Z</dcterms:created>
  <dcterms:modified xsi:type="dcterms:W3CDTF">2026-10-04T16:53:45Z</dcterms:modified>
</cp:coreProperties>
</file>