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explains three guardrail layers, reads an evaluation report, and presents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A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  ·  EVALUATE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V="1">
            <a:off x="10081260" y="754380"/>
            <a:ext cx="1143000" cy="73152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24260" y="754380"/>
            <a:ext cx="502920" cy="128016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1260" y="1485900"/>
            <a:ext cx="594360" cy="114300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0675620" y="2034540"/>
            <a:ext cx="1051560" cy="59436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75620" y="2628900"/>
            <a:ext cx="640080" cy="50292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1315700" y="2034540"/>
            <a:ext cx="411480" cy="1097280"/>
          </a:xfrm>
          <a:prstGeom prst="line">
            <a:avLst/>
          </a:prstGeom>
          <a:noFill/>
          <a:ln w="19050">
            <a:solidFill>
              <a:srgbClr val="8A92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1097280"/>
            <a:ext cx="777240" cy="7772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502920"/>
            <a:ext cx="502920" cy="5029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92840" y="1600200"/>
            <a:ext cx="868680" cy="86868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2331720"/>
            <a:ext cx="594360" cy="594360"/>
          </a:xfrm>
          <a:prstGeom prst="ellipse">
            <a:avLst/>
          </a:prstGeom>
          <a:solidFill>
            <a:srgbClr val="5B646B"/>
          </a:solidFill>
          <a:ln w="12700">
            <a:solidFill>
              <a:srgbClr val="5B64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64240" y="2880360"/>
            <a:ext cx="502920" cy="5029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Guardrails, Evaluation &amp; Capstone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asks “is this allowed?”  An evaluation asks “is this good?”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Day-20-Evaluation-Guardrails-Capstone\example.py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475488" cy="475488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37160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guardrails and evaluation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2121408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121408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node + edge, deterministic vs model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40080" y="2871216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871216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 in example.py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0080" y="3621024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62102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you will meet: AWS Bedrock, NeMo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40080" y="4370832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370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37083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golden set, judge, false positives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40080" y="5120640"/>
            <a:ext cx="475488" cy="475488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5120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12064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code, the lab, the assignment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works in a demo is not yet an agent you can release. Two questions remain.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697480"/>
            <a:ext cx="640080" cy="64008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it safe?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4114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bad input, hide private data, check the answer, and ask a human before risky actions.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23774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2697480"/>
            <a:ext cx="640080" cy="64008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we know it works?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4114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 on a test set and score every case. Numbers, not “it looked fine”.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graph wraps one helpdesk agent in guardrails, then measures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Guardrail = Node + Edge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middleware: a guardrail is a node, and a stop is a conditional edge. Every check stays visible in the graph.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237744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keywords, regex, length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383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free, predictable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paraphrases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harmless text (false positive)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Model-based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judges the text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3383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 and context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costs tokens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wrong or tricked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cheap deterministic checks first, model-based checks second, a human for high-risk actions.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Layered Guardrails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input_filter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empty or banned input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23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88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88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redact_pii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emails, card numbers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09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074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ollama.chat call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95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360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60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output_check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leaves in the answer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281160" y="2377440"/>
            <a:ext cx="365760" cy="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646920" y="20116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46920" y="2011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scores 1 to 5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3977640"/>
            <a:ext cx="274320" cy="27432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(free)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931920" y="3977640"/>
            <a:ext cx="274320" cy="2743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976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model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4526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 = zero model calls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request goes input_filter → refuse → END. No agent, no evaluate.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389120" y="4526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1772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never sees PII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61772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card numbers become [EMAIL] and [CARD] before the agent runs.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138160" y="45262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6676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approval (Day 8)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36676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risky actions add an interrupt node: pause, ask a person, then resume.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 Frameworks You Will Meet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only today: we do not implement these in class. Both plug into the graph as one more node.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own nodes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 the graph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108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85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IN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489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FOR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718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rules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5294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522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maintain every rule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89120" y="17830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63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Bedrock Guardrails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578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policy service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3108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(ApplyGuardrail API)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3685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IN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/ API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4489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FOR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4718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policy: filters, denied topics, PII, grounding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5294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663440" y="5522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account, per-call cost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38160" y="178308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12480" y="2011680"/>
            <a:ext cx="457200" cy="457200"/>
          </a:xfrm>
          <a:prstGeom prst="ellipse">
            <a:avLst/>
          </a:prstGeom>
          <a:solidFill>
            <a:srgbClr val="5B646B"/>
          </a:solidFill>
          <a:ln w="12700">
            <a:solidFill>
              <a:srgbClr val="5B646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124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0068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 NeMo Guardrails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0068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toolkit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412480" y="3108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 (library)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412480" y="3685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IN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41248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+ Colang config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412480" y="44897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FOR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412480" y="4718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control, jailbreak and topic rails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8412480" y="5294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8412480" y="55229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install, extra LLM calls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Evaluating Output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 on a golden set (inputs with expected outcomes), then score each case three ways.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checks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correct? Facts present? No PII leaked?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Fast and repeatable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Cannot judge open-ended text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as judge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scores the answer 1 to 5 against a rubric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Handles open-ended text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Noisy and biased: use a clear rubric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1381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2057400"/>
            <a:ext cx="502920" cy="502920"/>
          </a:xfrm>
          <a:prstGeom prst="ellipse">
            <a:avLst/>
          </a:prstGeom>
          <a:solidFill>
            <a:srgbClr val="5B646B"/>
          </a:solidFill>
          <a:ln w="12700">
            <a:solidFill>
              <a:srgbClr val="5B64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review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grades a sample of cases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3931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Most trustworthy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Slow: use it to check the other two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5760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= is this allowed?   Evaluation = is this good, across many cases?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The Evaluation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set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8036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agent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2064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each case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60920" y="1417320"/>
            <a:ext cx="548640" cy="54864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609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601200" y="1417320"/>
            <a:ext cx="548640" cy="54864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28700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and re-run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256032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0120" y="2788920"/>
            <a:ext cx="457200" cy="45720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01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positive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request was blocked.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what malware is for a training class” hits the banned word list. The user is annoyed.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17920" y="256032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37960" y="278892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37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negative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request got through.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harmful request that avoids every keyword. This is a safety incident, usually the worse error.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Habits: keep the set small but real, add every failure as a new case, treat the judge as a noisy instrument, re-run after every change.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0" y="1143000"/>
            <a:ext cx="320040" cy="320040"/>
          </a:xfrm>
          <a:prstGeom prst="ellipse">
            <a:avLst/>
          </a:prstGeom>
          <a:solidFill>
            <a:srgbClr val="1A1E22"/>
          </a:solidFill>
          <a:ln w="12700">
            <a:solidFill>
              <a:srgbClr val="1A1E2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10328" y="17830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10328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input_filter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99048" y="1463040"/>
            <a:ext cx="0" cy="32004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737360" y="31089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3736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flipH="1">
            <a:off x="2926080" y="2194560"/>
            <a:ext cx="1984248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1089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88920" y="4251960"/>
            <a:ext cx="274320" cy="274320"/>
          </a:xfrm>
          <a:prstGeom prst="ellipse">
            <a:avLst/>
          </a:prstGeom>
          <a:solidFill>
            <a:srgbClr val="1A1E22"/>
          </a:solidFill>
          <a:ln w="12700">
            <a:solidFill>
              <a:srgbClr val="1A1E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5468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657600"/>
            <a:ext cx="0" cy="59436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89520" y="27432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redact_pii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589520" y="34747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778240" y="3200400"/>
            <a:ext cx="0" cy="2743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589520" y="42062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output_check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778240" y="3931920"/>
            <a:ext cx="0" cy="2743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589520" y="49377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778240" y="4663440"/>
            <a:ext cx="0" cy="2743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287768" y="2194560"/>
            <a:ext cx="301752" cy="73152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2694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641080" y="5852160"/>
            <a:ext cx="274320" cy="274320"/>
          </a:xfrm>
          <a:prstGeom prst="ellipse">
            <a:avLst/>
          </a:prstGeom>
          <a:solidFill>
            <a:srgbClr val="1A1E22"/>
          </a:solidFill>
          <a:ln w="12700">
            <a:solidFill>
              <a:srgbClr val="1A1E2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06840" y="5852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778240" y="5486400"/>
            <a:ext cx="0" cy="36576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40080" y="5029200"/>
            <a:ext cx="274320" cy="27432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5840" y="5029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0080" y="5440680"/>
            <a:ext cx="274320" cy="27432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0584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model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request ends immediately: no model call, no score.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input_filter(state):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"""Guardrail 1 (deterministic): refuse banned or empty input before any model call."""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state["question"].lower()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bad = not text.strip() or any(word in text for word in BANNED_WORDS)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{"blocked": bad}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choose_route(state):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"refuse" if state["blocked"] else "redact_pii"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refuse(state):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"I cannot help with that request."}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redact_pii(state):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"""Guardrail 2 (deterministic): hide emails and card numbers before the model sees them."""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re.sub(EMAIL, "[EMAIL]", state["question"])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re.sub(CARD, "[CARD]", 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{"question": text}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guardrails: filter, route, refuse, redact. All deterministic, no model call. (The agent node is one plain ollama.chat call, as on Day 2.)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output_check(state):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"""Guardrail 3 (deterministic): never let an email or card number leave in the answer."""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re.sub(EMAIL, "[EMAIL]", state["answer"])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re.sub(CARD, "[CARD]", 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text}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evaluate(state):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"""Evaluation (model-based judge): score the answer from 1 to 5."""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"Score this helpdesk answer from 1 (useless) to 5 (correct, clear, safe).\n"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f"Question: {state['question']}\nAnswer: {state['answer']}\n"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"Reply with one digit only."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ollama.chat(model=MODEL, messages=[{"role": "user", "content": prompt}])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digits = [c for c in response["message"]["content"] if c in "12345"]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{"score": int(digits[0]) if digits else 0}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 and the evaluation judge: the model returns a digit and the code turns it into score.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3 of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10881360" cy="4572000"/>
          </a:xfrm>
          <a:prstGeom prst="roundRect">
            <a:avLst>
              <a:gd name="adj" fmla="val 1000"/>
            </a:avLst>
          </a:prstGeom>
          <a:solidFill>
            <a:srgbClr val="1F242B"/>
          </a:solidFill>
          <a:ln w="12700">
            <a:solidFill>
              <a:srgbClr val="2C33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 = StateGraph(GuardState)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graph_builder.add_node("input_filter", input_filter)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graph_builder.add_node("refuse", refuse)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graph_builder.add_node("redact_pii", redact_pii)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graph_builder.add_node("agent", agent)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graph_builder.add_node("output_check", output_check)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graph_builder.add_node("evaluate", evaluate)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graph_builder.add_edge(START, "input_filter")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graph_builder.add_conditional_edges("input_filter", choose_route)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graph_builder.add_edge("refuse", END)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graph_builder.add_edge("redact_pii", "agent")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89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graph_builder.add_edge("agent", "output_check")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90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graph_builder.add_edge("output_check", "evaluate")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91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graph_builder.add_edge("evaluate", END)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92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graph_builder.compile()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print("Case | guardrail correct | judge score (1-5) | answer")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number, case in enumerate(CASES, start=1):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graph.invoke({"question": case["question"]})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guardrail_ok = result["blocked"] == case["should_block"]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107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result.get("score", "-")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  </a:t>
            </a:r>
            <a:pPr indent="0" marL="0">
              <a:buNone/>
            </a:pPr>
            <a:r>
              <a:rPr lang="en-US" sz="13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print(f"{number} | {'PASS' if guardrail_ok else 'FAIL'} | {score} | {result['answer'][:70]!r}")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(conditional edge) and the test loop that prints one PASS/FAIL line per case. The CASES list is above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~45 min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5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input_filter → refuse  or  redact_pii → agent → output_check → evaluate → END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example.py: find each node, the conditional edge and the CASES list.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blocked or answered for the four cases. Write it down.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file. Cases 3 and 4 show “-” for the judge score. Why?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case that should be blocked. Add a case containing an email.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“explain malware” training question with should_block False. Predict FAIL, then explain the false positive.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guardrails.ipynb and run sections 1-8 and 11 (9-10 are demos only).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046720" y="18288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5181C"/>
          </a:solidFill>
          <a:ln w="12700">
            <a:solidFill>
              <a:srgbClr val="1518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signin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Day-20-Evaluation-Guardrails-Capstone\example.py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4023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layers cost a model call, and which are free?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guardrail and show the evidence.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example.py and note the guardrail results.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“explain malware” case and observe the FAIL.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such as removing “malware” from BANNED_WORDS. Predict the new result.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and compare to your prediction.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five sentences: the false positive, your change, the result, what you lose (think false negatives), and when you would use Bedrock or NeMo.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863840" y="187452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4231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file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uv and Command Prompt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ollama.chat with gpt-oss:120b-cloud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AWS keys in a file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Complete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20  ·  GUARDRAILS, EVALUATION &amp; CAPSTONE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04672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D9932B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325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example.py runs and every guardrail case you expect to pass shows PASS.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three guardrail layers and say which are deterministic.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a false positive and a false negative with an example.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guardrail vs evaluation, and name Bedrock Guardrails and NeMo Guardrails as options.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3E5064"/>
          </a:solidFill>
          <a:ln w="12700">
            <a:solidFill>
              <a:srgbClr val="3E50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ready for the capstone demo: graph, allowed and blocked request, PII redaction, results, one change.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LINKS:  Day 20 README  ·  assessment\final-capstone.md  ·  assessment\rubric.md  ·  guardrails.ipynb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20 - Guardrails, Evaluation &amp; Capstone</dc:title>
  <dc:subject>PptxGenJS Presentation</dc:subject>
  <dc:creator>L2 Agent Engineering</dc:creator>
  <cp:lastModifiedBy>L2 Agent Engineering</cp:lastModifiedBy>
  <cp:revision>1</cp:revision>
  <dcterms:created xsi:type="dcterms:W3CDTF">2026-10-09T03:51:24Z</dcterms:created>
  <dcterms:modified xsi:type="dcterms:W3CDTF">2026-10-09T03:51:24Z</dcterms:modified>
</cp:coreProperties>
</file>