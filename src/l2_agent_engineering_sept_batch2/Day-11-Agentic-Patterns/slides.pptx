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9"/>
    <p:sldId id="259" r:id="rId5"/>
    <p:sldId id="260" r:id="rId6"/>
    <p:sldId id="269" r:id="rId20"/>
    <p:sldId id="270" r:id="rId21"/>
    <p:sldId id="271" r:id="rId22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4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../Day-10-Advanced-RAG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12-Context-Engineering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5.xml"/><Relationship Id="rId3" Type="http://schemas.openxmlformats.org/officeDocument/2006/relationships/slide" Target="slide10.xml"/><Relationship Id="rId4" Type="http://schemas.openxmlformats.org/officeDocument/2006/relationships/slide" Target="slide11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12-Context-Engineering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CAPABLE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Patterns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comes after the problem, never before it.</a:t>
            </a:r>
            <a:endParaRPr lang="en-US" sz="15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10</a:t>
            </a:r>
            <a:endParaRPr lang="en-US" sz="1100" dirty="0"/>
          </a:p>
        </p:txBody>
      </p:sp>
      <p:sp>
        <p:nvSpPr>
          <p:cNvPr id="12" name="Text 10">
            <a:hlinkClick r:id="rId2" tooltip="" action="ppaction://hlinksldjump"/>
          </p:cNvPr>
          <p:cNvSpPr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12 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Day-11-Agentic-Patterns\pattern-2-router.py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91072" y="1783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903720" y="1783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91072" y="2651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/>
          <p:nvPr/>
        </p:nvSpPr>
        <p:spPr>
          <a:xfrm>
            <a:off x="6903720" y="2651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35204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91072" y="35204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/>
          <p:nvPr/>
        </p:nvSpPr>
        <p:spPr>
          <a:xfrm>
            <a:off x="6903720" y="35204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pick a pattern name, look at the actual task and its constraints — the pattern comes after the problem, not before. You already know several of these shapes from earlier sessions — a pipeline, a branch, a bounded loop, an approval gate, a retrieval step.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example today calls the model, and in each one the model's own output is what LangGraph routes on — that specific detail, not the model call itself, is what makes it an agent rather than a workflow.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Question, Four Patterns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every time: who decides what happens next?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 all day: an IT helpdesk ticket, "My VPN is disconnected".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the path is fixed.  Agent: the model's output picks the next node.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patterns as a ladder - each step adds just ONE idea.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7328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822192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ladder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4187952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Fixed pipeline = assembly line: A → B → C, nothing to decide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Router = hospital reception: which specialist?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Planner-executor = architect, then builder: what to do, before doing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Evaluator-optimizer = writer + editor: was it good enough?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pipeline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sequence never changes and no dynamic choice is needed, a straight line of steps is usually simplest and best — don't reach for something fancier just because it feels more “agentic.” Give it a real choice, though, and it becomes a router-shaped agent instead.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5224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990088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pattern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3355848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classifies the request once and sends it down one specialist branch. Here the classification is the model's own judgment call — its output is what LangGraph routes on, not a keyword rule.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645152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Planner-executor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010912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deciding what to do from doing it. The model is the planner — it must pick exactly one action from a fixed, allowed list, and its choice is what LangGraph routes on. Anything outside the list is corrected to a safe default, never executed.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Evaluator-optimizer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an answer, checks it against clear pass/fail criteria, revises once if it fails, then stops regardless. The model itself is the judge here — its PASS/FAIL verdict is what LangGraph routes on, not a deterministic string check.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7328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822192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Verification, reflection, and multi-agent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4187952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verifier checks independent evidence — stronger than a model feeling confident. Reflection is a model critiquing its own draft, which can't prove truth. Every extra agent is an extra way for coordination to fail. This session doesn't build one — know the names.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Pattern? Workflow vs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the pattern from the task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every time  →  fixed pipeline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requests need different handling  →  router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limited plan before acting  →  planner-executor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matters and can be checked  →  evaluator-optimizer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7328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822192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vs agent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4187952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the model may write text, but the path through the graph never changes (Day 2).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the model's own output picks the next node, using add_conditional_edges.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Router, planner-executor and evaluator-optimizer in today's files are all agents.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Trade-offs  ·  Complexity, Reliability,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pipeline: lowest.  Router: low, 1 model call.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Planner-executor: medium, 1 call.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Evaluator-optimizer: medium, 2-3 calls plus a revise step.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5224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990088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3355848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Router: may pick the wrong specialist.  Planner: may pick a bad action.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Evaluator: the judge itself can be wrong.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every model output against an allowed list, with a safe default.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645152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010912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the developer decides.  Router / planner: the model picks from a short list.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Evaluator: the model's PASS/FAIL decides.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model control = more flexibility, and more ways to be wrong.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Multi-Agent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is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specialist agents plus an orchestrator that hands out work and collects results.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Orchestrator → Network agent / Account agent → combined answer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router is the simplest start: one orchestrator choosing ONE specialist.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7328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822192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not always use it?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4187952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agent is an extra handoff that can fail.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agents is not automatically better: use one agent until the task clearly needs specialists.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today - know the name.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24144" y="1847088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864608" y="2167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70448" y="2139696"/>
            <a:ext cx="0" cy="82296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rot="10800000">
            <a:off x="5788152" y="2862072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663440" y="2944368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D9932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3440" y="294436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flipH="1">
            <a:off x="2816352" y="3511296"/>
            <a:ext cx="1847088" cy="4572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086600" y="3511296"/>
            <a:ext cx="1847088" cy="4572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10800000">
            <a:off x="3310128" y="3950208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10800000">
            <a:off x="8275320" y="3950208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185416" y="3986784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85416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50608" y="3986784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01568" y="4553712"/>
            <a:ext cx="2468880" cy="41148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5897880" y="4553712"/>
            <a:ext cx="2468880" cy="41148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10800000">
            <a:off x="5788152" y="4892040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724144" y="5093208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5413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742432"/>
            <a:ext cx="164592" cy="16459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7824" y="5687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the next node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31920" y="5742432"/>
            <a:ext cx="164592" cy="164592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169664" y="5687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step, developer-written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agent: the model's own output decides the specialist — LangGraph routes on that output, not a keyword rule.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41248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pattern-2-router.py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11: router pattern rebuilt as an agent.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Problem: an IT helpdesk gets free-text requests and must send each one to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one of two specialists -- network or account. A workflow would route with a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plain if/else rule (see Day-04-Routing-Control-Flow/pattern-2-router.py for exactly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that technique). Here the model reads the request and its own output picks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the specialist, and LangGraph routes to a different node depending on that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output -- that is this course's own definition of the agent boundary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(CLAUDE.md: "the agent boundary is specifically ... where the model's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output selects the next node").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"""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import ollama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from typing import TypedDict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from langgraph.graph import END, START, StateGraph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class State(TypedDict):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request: str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route: str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   answer: str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41248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pattern-2-router.py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def router(state: State):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    prompt = (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        "Choose the specialist for this IT request.\n"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        "Return only NETWORK for a VPN or connectivity problem.\n"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        "Return only ACCOUNT for anything else.\n\n"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        f"Request: {state['request']}"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31      )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    response = ollama.chat(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        model="llama3.2:3b",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        messages=[{"role": "user", "content": prompt}],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35      )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    route = response["message"]["content"].strip().upper()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    if route not in ("NETWORK", "ACCOUNT"):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        route = "ACCOUNT"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    return {"route": route.lower()}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def select_specialist(state: State):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     return state["route"]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 def network_specialist(state: State):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3 of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41248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pattern-2-router.py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     return {"answer": "Network specialist: reconnect the VPN."}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 def account_specialist(state: State):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     return {"answer": "Account specialist: check your access."}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 graph_builder = StateGraph(State)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 graph_builder.add_node("router", router)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 graph_builder.add_node("network", network_specialist)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 graph_builder.add_node("account", account_specialist)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 graph_builder.add_edge(START, "router")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 graph_builder.add_conditional_edges("router", select_specialist)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 graph_builder.add_edge("network", END)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 graph_builder.add_edge("account", END)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  graph = graph_builder.compile()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 result = graph.invoke({"request": "My VPN is disconnected"})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 print(result["answer"])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live Ollama call — the model's own output selects the route.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Router: START -&gt; router -&gt; network or account -&gt; 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router (pattern-2-router.py) on "My VPN is disconnected".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pattern-4-evaluator-optimizer.py on the SAME ticket.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comparison table: model calls, nodes, complexity, reliability, control.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sentences: which is simpler, more reliable, and gives more control.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selects one permitted specialist — and here, the model's own output is what makes that selection.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400507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Day-11-Agentic-Patterns\pattern-2-router.py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Day-11-Agentic-Patterns\pattern-4-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evaluator-optimizer.py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pattern-2-router.py, explain it, then compare two patterns on the same ticket.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pattern-2-router.py.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sentence, predict, then run again.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pattern-4-evaluator-optimizer.py on the same ticket.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router vs evaluator-optimizer table (cheat sheet).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sentences each: what changed and why; which pattern is simpler, more reliable, more controllable.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exact ollama.chat(...) call already in the file.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without errors.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state, nodes, and edges.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confirm the model's own output is what chooses the next node here.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one small change, prediction first.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compared the router and evaluator-optimizer on the same ticket.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11 README</a:t>
            </a:r>
            <a:endParaRPr lang="en-US" sz="1200" dirty="0"/>
          </a:p>
        </p:txBody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D9932B"/>
          </a:solidFill>
          <a:ln/>
        </p:spPr>
        <p:txBody>
          <a:bodyPr/>
          <a:p/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12 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2026-09-23T10:17:12Z</dcterms:created>
  <dcterms:modified xsi:type="dcterms:W3CDTF">2026-09-23T10:17:12Z</dcterms:modified>
</cp:coreProperties>
</file>